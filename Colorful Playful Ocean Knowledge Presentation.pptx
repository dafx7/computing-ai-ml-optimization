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laypen Sans Bold" charset="1" panose="00000000000000000000"/>
      <p:regular r:id="rId11"/>
    </p:embeddedFont>
    <p:embeddedFont>
      <p:font typeface="Playpen Sans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4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28" r="0" b="-679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3569" y="-21055"/>
            <a:ext cx="5762298" cy="6532600"/>
          </a:xfrm>
          <a:custGeom>
            <a:avLst/>
            <a:gdLst/>
            <a:ahLst/>
            <a:cxnLst/>
            <a:rect r="r" b="b" t="t" l="l"/>
            <a:pathLst>
              <a:path h="6532600" w="5762298">
                <a:moveTo>
                  <a:pt x="0" y="0"/>
                </a:moveTo>
                <a:lnTo>
                  <a:pt x="5762298" y="0"/>
                </a:lnTo>
                <a:lnTo>
                  <a:pt x="5762298" y="6532600"/>
                </a:lnTo>
                <a:lnTo>
                  <a:pt x="0" y="6532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78766" y="2004481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5"/>
                </a:lnTo>
                <a:lnTo>
                  <a:pt x="0" y="5465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9416" y="0"/>
            <a:ext cx="5762298" cy="6532600"/>
          </a:xfrm>
          <a:custGeom>
            <a:avLst/>
            <a:gdLst/>
            <a:ahLst/>
            <a:cxnLst/>
            <a:rect r="r" b="b" t="t" l="l"/>
            <a:pathLst>
              <a:path h="6532600" w="5762298">
                <a:moveTo>
                  <a:pt x="5762298" y="0"/>
                </a:moveTo>
                <a:lnTo>
                  <a:pt x="0" y="0"/>
                </a:lnTo>
                <a:lnTo>
                  <a:pt x="0" y="6532600"/>
                </a:lnTo>
                <a:lnTo>
                  <a:pt x="5762298" y="6532600"/>
                </a:lnTo>
                <a:lnTo>
                  <a:pt x="576229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3648" y="2410518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4"/>
                </a:lnTo>
                <a:lnTo>
                  <a:pt x="0" y="546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17430" y="7660946"/>
            <a:ext cx="18613297" cy="3022078"/>
          </a:xfrm>
          <a:custGeom>
            <a:avLst/>
            <a:gdLst/>
            <a:ahLst/>
            <a:cxnLst/>
            <a:rect r="r" b="b" t="t" l="l"/>
            <a:pathLst>
              <a:path h="3022078" w="18613297">
                <a:moveTo>
                  <a:pt x="0" y="0"/>
                </a:moveTo>
                <a:lnTo>
                  <a:pt x="18613297" y="0"/>
                </a:lnTo>
                <a:lnTo>
                  <a:pt x="18613297" y="3022077"/>
                </a:lnTo>
                <a:lnTo>
                  <a:pt x="0" y="3022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8" t="0" r="-158" b="-6838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591528" y="2004481"/>
            <a:ext cx="5427899" cy="1816870"/>
          </a:xfrm>
          <a:custGeom>
            <a:avLst/>
            <a:gdLst/>
            <a:ahLst/>
            <a:cxnLst/>
            <a:rect r="r" b="b" t="t" l="l"/>
            <a:pathLst>
              <a:path h="1816870" w="5427899">
                <a:moveTo>
                  <a:pt x="5427899" y="0"/>
                </a:moveTo>
                <a:lnTo>
                  <a:pt x="0" y="0"/>
                </a:lnTo>
                <a:lnTo>
                  <a:pt x="0" y="1816870"/>
                </a:lnTo>
                <a:lnTo>
                  <a:pt x="5427899" y="1816870"/>
                </a:lnTo>
                <a:lnTo>
                  <a:pt x="5427899" y="0"/>
                </a:lnTo>
                <a:close/>
              </a:path>
            </a:pathLst>
          </a:custGeom>
          <a:blipFill>
            <a:blip r:embed="rId6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78766" y="2453423"/>
            <a:ext cx="7524206" cy="8229600"/>
          </a:xfrm>
          <a:custGeom>
            <a:avLst/>
            <a:gdLst/>
            <a:ahLst/>
            <a:cxnLst/>
            <a:rect r="r" b="b" t="t" l="l"/>
            <a:pathLst>
              <a:path h="8229600" w="7524206">
                <a:moveTo>
                  <a:pt x="0" y="0"/>
                </a:moveTo>
                <a:lnTo>
                  <a:pt x="7524205" y="0"/>
                </a:lnTo>
                <a:lnTo>
                  <a:pt x="75242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416" y="2396745"/>
            <a:ext cx="4040554" cy="8229600"/>
          </a:xfrm>
          <a:custGeom>
            <a:avLst/>
            <a:gdLst/>
            <a:ahLst/>
            <a:cxnLst/>
            <a:rect r="r" b="b" t="t" l="l"/>
            <a:pathLst>
              <a:path h="8229600" w="4040554">
                <a:moveTo>
                  <a:pt x="0" y="0"/>
                </a:moveTo>
                <a:lnTo>
                  <a:pt x="4040554" y="0"/>
                </a:lnTo>
                <a:lnTo>
                  <a:pt x="40405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1269" y="7470446"/>
            <a:ext cx="6083710" cy="4114800"/>
          </a:xfrm>
          <a:custGeom>
            <a:avLst/>
            <a:gdLst/>
            <a:ahLst/>
            <a:cxnLst/>
            <a:rect r="r" b="b" t="t" l="l"/>
            <a:pathLst>
              <a:path h="4114800" w="6083710">
                <a:moveTo>
                  <a:pt x="0" y="0"/>
                </a:moveTo>
                <a:lnTo>
                  <a:pt x="6083709" y="0"/>
                </a:lnTo>
                <a:lnTo>
                  <a:pt x="60837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00005" y="6713575"/>
            <a:ext cx="7627961" cy="3716897"/>
          </a:xfrm>
          <a:custGeom>
            <a:avLst/>
            <a:gdLst/>
            <a:ahLst/>
            <a:cxnLst/>
            <a:rect r="r" b="b" t="t" l="l"/>
            <a:pathLst>
              <a:path h="3716897" w="7627961">
                <a:moveTo>
                  <a:pt x="0" y="0"/>
                </a:moveTo>
                <a:lnTo>
                  <a:pt x="7627961" y="0"/>
                </a:lnTo>
                <a:lnTo>
                  <a:pt x="7627961" y="3716898"/>
                </a:lnTo>
                <a:lnTo>
                  <a:pt x="0" y="37168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49673" y="7660946"/>
            <a:ext cx="6083710" cy="4114800"/>
          </a:xfrm>
          <a:custGeom>
            <a:avLst/>
            <a:gdLst/>
            <a:ahLst/>
            <a:cxnLst/>
            <a:rect r="r" b="b" t="t" l="l"/>
            <a:pathLst>
              <a:path h="4114800" w="6083710">
                <a:moveTo>
                  <a:pt x="0" y="0"/>
                </a:moveTo>
                <a:lnTo>
                  <a:pt x="6083710" y="0"/>
                </a:lnTo>
                <a:lnTo>
                  <a:pt x="6083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1868" y="458450"/>
            <a:ext cx="5790657" cy="1938295"/>
          </a:xfrm>
          <a:custGeom>
            <a:avLst/>
            <a:gdLst/>
            <a:ahLst/>
            <a:cxnLst/>
            <a:rect r="r" b="b" t="t" l="l"/>
            <a:pathLst>
              <a:path h="1938295" w="5790657">
                <a:moveTo>
                  <a:pt x="0" y="0"/>
                </a:moveTo>
                <a:lnTo>
                  <a:pt x="5790656" y="0"/>
                </a:lnTo>
                <a:lnTo>
                  <a:pt x="5790656" y="1938295"/>
                </a:lnTo>
                <a:lnTo>
                  <a:pt x="0" y="1938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99875" y="2845945"/>
            <a:ext cx="7688251" cy="192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98"/>
              </a:lnSpc>
            </a:pPr>
            <a:r>
              <a:rPr lang="en-US" b="true" sz="14498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Ocean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80389" y="1456173"/>
            <a:ext cx="4927222" cy="791725"/>
            <a:chOff x="0" y="0"/>
            <a:chExt cx="1297705" cy="208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7705" cy="208520"/>
            </a:xfrm>
            <a:custGeom>
              <a:avLst/>
              <a:gdLst/>
              <a:ahLst/>
              <a:cxnLst/>
              <a:rect r="r" b="b" t="t" l="l"/>
              <a:pathLst>
                <a:path h="208520" w="1297705">
                  <a:moveTo>
                    <a:pt x="104260" y="0"/>
                  </a:moveTo>
                  <a:lnTo>
                    <a:pt x="1193444" y="0"/>
                  </a:lnTo>
                  <a:cubicBezTo>
                    <a:pt x="1251026" y="0"/>
                    <a:pt x="1297705" y="46679"/>
                    <a:pt x="1297705" y="104260"/>
                  </a:cubicBezTo>
                  <a:lnTo>
                    <a:pt x="1297705" y="104260"/>
                  </a:lnTo>
                  <a:cubicBezTo>
                    <a:pt x="1297705" y="161841"/>
                    <a:pt x="1251026" y="208520"/>
                    <a:pt x="1193444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97705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889755" y="1710743"/>
            <a:ext cx="4508490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Presented By Larana Inc.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94294" y="6869221"/>
            <a:ext cx="2441189" cy="791725"/>
            <a:chOff x="0" y="0"/>
            <a:chExt cx="642947" cy="208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947" cy="208520"/>
            </a:xfrm>
            <a:custGeom>
              <a:avLst/>
              <a:gdLst/>
              <a:ahLst/>
              <a:cxnLst/>
              <a:rect r="r" b="b" t="t" l="l"/>
              <a:pathLst>
                <a:path h="208520" w="642947">
                  <a:moveTo>
                    <a:pt x="104260" y="0"/>
                  </a:moveTo>
                  <a:lnTo>
                    <a:pt x="538687" y="0"/>
                  </a:lnTo>
                  <a:cubicBezTo>
                    <a:pt x="596268" y="0"/>
                    <a:pt x="642947" y="46679"/>
                    <a:pt x="642947" y="104260"/>
                  </a:cubicBezTo>
                  <a:lnTo>
                    <a:pt x="642947" y="104260"/>
                  </a:lnTo>
                  <a:cubicBezTo>
                    <a:pt x="642947" y="161841"/>
                    <a:pt x="596268" y="208520"/>
                    <a:pt x="538687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solidFill>
              <a:srgbClr val="0017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42947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98024" y="7123791"/>
            <a:ext cx="2233728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Start Now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00005" y="4630814"/>
            <a:ext cx="11687990" cy="192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98"/>
              </a:lnSpc>
            </a:pPr>
            <a:r>
              <a:rPr lang="en-US" b="true" sz="14498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Knowledge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28" r="0" b="-679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8474" y="-5929"/>
            <a:ext cx="4139526" cy="4692896"/>
          </a:xfrm>
          <a:custGeom>
            <a:avLst/>
            <a:gdLst/>
            <a:ahLst/>
            <a:cxnLst/>
            <a:rect r="r" b="b" t="t" l="l"/>
            <a:pathLst>
              <a:path h="4692896" w="4139526">
                <a:moveTo>
                  <a:pt x="0" y="0"/>
                </a:moveTo>
                <a:lnTo>
                  <a:pt x="4139526" y="0"/>
                </a:lnTo>
                <a:lnTo>
                  <a:pt x="4139526" y="4692896"/>
                </a:lnTo>
                <a:lnTo>
                  <a:pt x="0" y="4692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16772" y="1953985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5" y="0"/>
                </a:lnTo>
                <a:lnTo>
                  <a:pt x="5309235" y="5465964"/>
                </a:lnTo>
                <a:lnTo>
                  <a:pt x="0" y="546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9416" y="-5929"/>
            <a:ext cx="4139526" cy="4692896"/>
          </a:xfrm>
          <a:custGeom>
            <a:avLst/>
            <a:gdLst/>
            <a:ahLst/>
            <a:cxnLst/>
            <a:rect r="r" b="b" t="t" l="l"/>
            <a:pathLst>
              <a:path h="4692896" w="4139526">
                <a:moveTo>
                  <a:pt x="4139526" y="0"/>
                </a:moveTo>
                <a:lnTo>
                  <a:pt x="0" y="0"/>
                </a:lnTo>
                <a:lnTo>
                  <a:pt x="0" y="4692896"/>
                </a:lnTo>
                <a:lnTo>
                  <a:pt x="4139526" y="4692896"/>
                </a:lnTo>
                <a:lnTo>
                  <a:pt x="413952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044" y="2340519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4"/>
                </a:lnTo>
                <a:lnTo>
                  <a:pt x="0" y="546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40492" y="3555740"/>
            <a:ext cx="5848879" cy="5973006"/>
          </a:xfrm>
          <a:custGeom>
            <a:avLst/>
            <a:gdLst/>
            <a:ahLst/>
            <a:cxnLst/>
            <a:rect r="r" b="b" t="t" l="l"/>
            <a:pathLst>
              <a:path h="5973006" w="5848879">
                <a:moveTo>
                  <a:pt x="0" y="0"/>
                </a:moveTo>
                <a:lnTo>
                  <a:pt x="5848879" y="0"/>
                </a:lnTo>
                <a:lnTo>
                  <a:pt x="5848879" y="5973006"/>
                </a:lnTo>
                <a:lnTo>
                  <a:pt x="0" y="5973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6717" y="7362431"/>
            <a:ext cx="19413624" cy="3152020"/>
          </a:xfrm>
          <a:custGeom>
            <a:avLst/>
            <a:gdLst/>
            <a:ahLst/>
            <a:cxnLst/>
            <a:rect r="r" b="b" t="t" l="l"/>
            <a:pathLst>
              <a:path h="3152020" w="19413624">
                <a:moveTo>
                  <a:pt x="0" y="0"/>
                </a:moveTo>
                <a:lnTo>
                  <a:pt x="19413624" y="0"/>
                </a:lnTo>
                <a:lnTo>
                  <a:pt x="19413624" y="3152020"/>
                </a:lnTo>
                <a:lnTo>
                  <a:pt x="0" y="3152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8" t="0" r="-158" b="-683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7199" y="8202750"/>
            <a:ext cx="4596925" cy="3109193"/>
          </a:xfrm>
          <a:custGeom>
            <a:avLst/>
            <a:gdLst/>
            <a:ahLst/>
            <a:cxnLst/>
            <a:rect r="r" b="b" t="t" l="l"/>
            <a:pathLst>
              <a:path h="3109193" w="4596925">
                <a:moveTo>
                  <a:pt x="0" y="0"/>
                </a:moveTo>
                <a:lnTo>
                  <a:pt x="4596925" y="0"/>
                </a:lnTo>
                <a:lnTo>
                  <a:pt x="4596925" y="3109193"/>
                </a:lnTo>
                <a:lnTo>
                  <a:pt x="0" y="31091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18111" y="8466575"/>
            <a:ext cx="2441189" cy="791725"/>
            <a:chOff x="0" y="0"/>
            <a:chExt cx="642947" cy="208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947" cy="208520"/>
            </a:xfrm>
            <a:custGeom>
              <a:avLst/>
              <a:gdLst/>
              <a:ahLst/>
              <a:cxnLst/>
              <a:rect r="r" b="b" t="t" l="l"/>
              <a:pathLst>
                <a:path h="208520" w="642947">
                  <a:moveTo>
                    <a:pt x="104260" y="0"/>
                  </a:moveTo>
                  <a:lnTo>
                    <a:pt x="538687" y="0"/>
                  </a:lnTo>
                  <a:cubicBezTo>
                    <a:pt x="596268" y="0"/>
                    <a:pt x="642947" y="46679"/>
                    <a:pt x="642947" y="104260"/>
                  </a:cubicBezTo>
                  <a:lnTo>
                    <a:pt x="642947" y="104260"/>
                  </a:lnTo>
                  <a:cubicBezTo>
                    <a:pt x="642947" y="161841"/>
                    <a:pt x="596268" y="208520"/>
                    <a:pt x="538687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solidFill>
              <a:srgbClr val="0017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2947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671387" y="5495651"/>
            <a:ext cx="4781497" cy="5229762"/>
          </a:xfrm>
          <a:custGeom>
            <a:avLst/>
            <a:gdLst/>
            <a:ahLst/>
            <a:cxnLst/>
            <a:rect r="r" b="b" t="t" l="l"/>
            <a:pathLst>
              <a:path h="5229762" w="4781497">
                <a:moveTo>
                  <a:pt x="0" y="0"/>
                </a:moveTo>
                <a:lnTo>
                  <a:pt x="4781497" y="0"/>
                </a:lnTo>
                <a:lnTo>
                  <a:pt x="4781497" y="5229762"/>
                </a:lnTo>
                <a:lnTo>
                  <a:pt x="0" y="5229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85875" y="1772765"/>
            <a:ext cx="7987091" cy="133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b="true" sz="9999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Ocean Size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5666" y="1648940"/>
            <a:ext cx="3502641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Coverage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21842" y="8721146"/>
            <a:ext cx="2233728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Next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15666" y="2311425"/>
            <a:ext cx="5514110" cy="95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The ocean covers about 71% of the Earth's surface and plays a key role in climate regulation.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5875" y="3785821"/>
            <a:ext cx="3502641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Ocean Depth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85875" y="4457831"/>
            <a:ext cx="4194044" cy="95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The deepest ocean areas can reach around 11,000 meters below sea level.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95404" y="4442396"/>
            <a:ext cx="3502641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Coverage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95404" y="5104882"/>
            <a:ext cx="5514110" cy="95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The ocean covers about 71% of the Earth's surface and plays a key role in climate regulation.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28" r="0" b="-679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8474" y="-5929"/>
            <a:ext cx="4139526" cy="4692896"/>
          </a:xfrm>
          <a:custGeom>
            <a:avLst/>
            <a:gdLst/>
            <a:ahLst/>
            <a:cxnLst/>
            <a:rect r="r" b="b" t="t" l="l"/>
            <a:pathLst>
              <a:path h="4692896" w="4139526">
                <a:moveTo>
                  <a:pt x="0" y="0"/>
                </a:moveTo>
                <a:lnTo>
                  <a:pt x="4139526" y="0"/>
                </a:lnTo>
                <a:lnTo>
                  <a:pt x="4139526" y="4692896"/>
                </a:lnTo>
                <a:lnTo>
                  <a:pt x="0" y="4692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78766" y="2004481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5"/>
                </a:lnTo>
                <a:lnTo>
                  <a:pt x="0" y="5465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9416" y="-5929"/>
            <a:ext cx="4139526" cy="4692896"/>
          </a:xfrm>
          <a:custGeom>
            <a:avLst/>
            <a:gdLst/>
            <a:ahLst/>
            <a:cxnLst/>
            <a:rect r="r" b="b" t="t" l="l"/>
            <a:pathLst>
              <a:path h="4692896" w="4139526">
                <a:moveTo>
                  <a:pt x="4139526" y="0"/>
                </a:moveTo>
                <a:lnTo>
                  <a:pt x="0" y="0"/>
                </a:lnTo>
                <a:lnTo>
                  <a:pt x="0" y="4692896"/>
                </a:lnTo>
                <a:lnTo>
                  <a:pt x="4139526" y="4692896"/>
                </a:lnTo>
                <a:lnTo>
                  <a:pt x="413952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3648" y="2410518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4"/>
                </a:lnTo>
                <a:lnTo>
                  <a:pt x="0" y="546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6717" y="7682290"/>
            <a:ext cx="19413624" cy="3152020"/>
          </a:xfrm>
          <a:custGeom>
            <a:avLst/>
            <a:gdLst/>
            <a:ahLst/>
            <a:cxnLst/>
            <a:rect r="r" b="b" t="t" l="l"/>
            <a:pathLst>
              <a:path h="3152020" w="19413624">
                <a:moveTo>
                  <a:pt x="0" y="0"/>
                </a:moveTo>
                <a:lnTo>
                  <a:pt x="19413624" y="0"/>
                </a:lnTo>
                <a:lnTo>
                  <a:pt x="19413624" y="3152020"/>
                </a:lnTo>
                <a:lnTo>
                  <a:pt x="0" y="3152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8" t="0" r="-158" b="-683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58115" y="7725117"/>
            <a:ext cx="4596925" cy="3109193"/>
          </a:xfrm>
          <a:custGeom>
            <a:avLst/>
            <a:gdLst/>
            <a:ahLst/>
            <a:cxnLst/>
            <a:rect r="r" b="b" t="t" l="l"/>
            <a:pathLst>
              <a:path h="3109193" w="4596925">
                <a:moveTo>
                  <a:pt x="0" y="0"/>
                </a:moveTo>
                <a:lnTo>
                  <a:pt x="4596925" y="0"/>
                </a:lnTo>
                <a:lnTo>
                  <a:pt x="4596925" y="3109193"/>
                </a:lnTo>
                <a:lnTo>
                  <a:pt x="0" y="3109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81823" y="4915567"/>
            <a:ext cx="4573747" cy="4677031"/>
          </a:xfrm>
          <a:custGeom>
            <a:avLst/>
            <a:gdLst/>
            <a:ahLst/>
            <a:cxnLst/>
            <a:rect r="r" b="b" t="t" l="l"/>
            <a:pathLst>
              <a:path h="4677031" w="4573747">
                <a:moveTo>
                  <a:pt x="0" y="0"/>
                </a:moveTo>
                <a:lnTo>
                  <a:pt x="4573747" y="0"/>
                </a:lnTo>
                <a:lnTo>
                  <a:pt x="4573747" y="4677031"/>
                </a:lnTo>
                <a:lnTo>
                  <a:pt x="0" y="46770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18111" y="8466575"/>
            <a:ext cx="2441189" cy="791725"/>
            <a:chOff x="0" y="0"/>
            <a:chExt cx="642947" cy="208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947" cy="208520"/>
            </a:xfrm>
            <a:custGeom>
              <a:avLst/>
              <a:gdLst/>
              <a:ahLst/>
              <a:cxnLst/>
              <a:rect r="r" b="b" t="t" l="l"/>
              <a:pathLst>
                <a:path h="208520" w="642947">
                  <a:moveTo>
                    <a:pt x="104260" y="0"/>
                  </a:moveTo>
                  <a:lnTo>
                    <a:pt x="538687" y="0"/>
                  </a:lnTo>
                  <a:cubicBezTo>
                    <a:pt x="596268" y="0"/>
                    <a:pt x="642947" y="46679"/>
                    <a:pt x="642947" y="104260"/>
                  </a:cubicBezTo>
                  <a:lnTo>
                    <a:pt x="642947" y="104260"/>
                  </a:lnTo>
                  <a:cubicBezTo>
                    <a:pt x="642947" y="161841"/>
                    <a:pt x="596268" y="208520"/>
                    <a:pt x="538687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solidFill>
              <a:srgbClr val="0017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2947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840828">
            <a:off x="6648215" y="2562979"/>
            <a:ext cx="4390913" cy="2405854"/>
          </a:xfrm>
          <a:custGeom>
            <a:avLst/>
            <a:gdLst/>
            <a:ahLst/>
            <a:cxnLst/>
            <a:rect r="r" b="b" t="t" l="l"/>
            <a:pathLst>
              <a:path h="2405854" w="4390913">
                <a:moveTo>
                  <a:pt x="0" y="0"/>
                </a:moveTo>
                <a:lnTo>
                  <a:pt x="4390913" y="0"/>
                </a:lnTo>
                <a:lnTo>
                  <a:pt x="4390913" y="2405854"/>
                </a:lnTo>
                <a:lnTo>
                  <a:pt x="0" y="24058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028700" y="4395916"/>
            <a:ext cx="4385538" cy="3141142"/>
          </a:xfrm>
          <a:custGeom>
            <a:avLst/>
            <a:gdLst/>
            <a:ahLst/>
            <a:cxnLst/>
            <a:rect r="r" b="b" t="t" l="l"/>
            <a:pathLst>
              <a:path h="3141142" w="4385538">
                <a:moveTo>
                  <a:pt x="4385538" y="0"/>
                </a:moveTo>
                <a:lnTo>
                  <a:pt x="0" y="0"/>
                </a:lnTo>
                <a:lnTo>
                  <a:pt x="0" y="3141142"/>
                </a:lnTo>
                <a:lnTo>
                  <a:pt x="4385538" y="3141142"/>
                </a:lnTo>
                <a:lnTo>
                  <a:pt x="4385538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06326" y="1798776"/>
            <a:ext cx="5137808" cy="259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Ocean Zones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91420" y="2298321"/>
            <a:ext cx="3502641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Surface Life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21842" y="8721146"/>
            <a:ext cx="2233728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91420" y="2970332"/>
            <a:ext cx="4647286" cy="95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This upper layer extends to about 200 meters and supports most marine plants.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4134" y="5548525"/>
            <a:ext cx="3502641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Dim Light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4134" y="6220536"/>
            <a:ext cx="5008179" cy="95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Between 200 and 1,000 meters, sunlight becomes weak and fewer organisms live here.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22262" y="7876482"/>
            <a:ext cx="4596925" cy="3109193"/>
          </a:xfrm>
          <a:custGeom>
            <a:avLst/>
            <a:gdLst/>
            <a:ahLst/>
            <a:cxnLst/>
            <a:rect r="r" b="b" t="t" l="l"/>
            <a:pathLst>
              <a:path h="3109193" w="4596925">
                <a:moveTo>
                  <a:pt x="0" y="0"/>
                </a:moveTo>
                <a:lnTo>
                  <a:pt x="4596925" y="0"/>
                </a:lnTo>
                <a:lnTo>
                  <a:pt x="4596925" y="3109193"/>
                </a:lnTo>
                <a:lnTo>
                  <a:pt x="0" y="3109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28" r="0" b="-679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8474" y="-5929"/>
            <a:ext cx="4139526" cy="4692896"/>
          </a:xfrm>
          <a:custGeom>
            <a:avLst/>
            <a:gdLst/>
            <a:ahLst/>
            <a:cxnLst/>
            <a:rect r="r" b="b" t="t" l="l"/>
            <a:pathLst>
              <a:path h="4692896" w="4139526">
                <a:moveTo>
                  <a:pt x="0" y="0"/>
                </a:moveTo>
                <a:lnTo>
                  <a:pt x="4139526" y="0"/>
                </a:lnTo>
                <a:lnTo>
                  <a:pt x="4139526" y="4692896"/>
                </a:lnTo>
                <a:lnTo>
                  <a:pt x="0" y="4692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78766" y="2004481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5"/>
                </a:lnTo>
                <a:lnTo>
                  <a:pt x="0" y="5465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9416" y="-5929"/>
            <a:ext cx="4139526" cy="4692896"/>
          </a:xfrm>
          <a:custGeom>
            <a:avLst/>
            <a:gdLst/>
            <a:ahLst/>
            <a:cxnLst/>
            <a:rect r="r" b="b" t="t" l="l"/>
            <a:pathLst>
              <a:path h="4692896" w="4139526">
                <a:moveTo>
                  <a:pt x="4139526" y="0"/>
                </a:moveTo>
                <a:lnTo>
                  <a:pt x="0" y="0"/>
                </a:lnTo>
                <a:lnTo>
                  <a:pt x="0" y="4692896"/>
                </a:lnTo>
                <a:lnTo>
                  <a:pt x="4139526" y="4692896"/>
                </a:lnTo>
                <a:lnTo>
                  <a:pt x="413952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3648" y="2410518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4"/>
                </a:lnTo>
                <a:lnTo>
                  <a:pt x="0" y="546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6717" y="7682290"/>
            <a:ext cx="19413624" cy="3152020"/>
          </a:xfrm>
          <a:custGeom>
            <a:avLst/>
            <a:gdLst/>
            <a:ahLst/>
            <a:cxnLst/>
            <a:rect r="r" b="b" t="t" l="l"/>
            <a:pathLst>
              <a:path h="3152020" w="19413624">
                <a:moveTo>
                  <a:pt x="0" y="0"/>
                </a:moveTo>
                <a:lnTo>
                  <a:pt x="19413624" y="0"/>
                </a:lnTo>
                <a:lnTo>
                  <a:pt x="19413624" y="3152020"/>
                </a:lnTo>
                <a:lnTo>
                  <a:pt x="0" y="3152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8" t="0" r="-158" b="-683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7199" y="8522609"/>
            <a:ext cx="4596925" cy="3109193"/>
          </a:xfrm>
          <a:custGeom>
            <a:avLst/>
            <a:gdLst/>
            <a:ahLst/>
            <a:cxnLst/>
            <a:rect r="r" b="b" t="t" l="l"/>
            <a:pathLst>
              <a:path h="3109193" w="4596925">
                <a:moveTo>
                  <a:pt x="0" y="0"/>
                </a:moveTo>
                <a:lnTo>
                  <a:pt x="4596925" y="0"/>
                </a:lnTo>
                <a:lnTo>
                  <a:pt x="4596925" y="3109193"/>
                </a:lnTo>
                <a:lnTo>
                  <a:pt x="0" y="3109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48474" y="6803204"/>
            <a:ext cx="4541608" cy="3740633"/>
          </a:xfrm>
          <a:custGeom>
            <a:avLst/>
            <a:gdLst/>
            <a:ahLst/>
            <a:cxnLst/>
            <a:rect r="r" b="b" t="t" l="l"/>
            <a:pathLst>
              <a:path h="3740633" w="4541608">
                <a:moveTo>
                  <a:pt x="0" y="0"/>
                </a:moveTo>
                <a:lnTo>
                  <a:pt x="4541608" y="0"/>
                </a:lnTo>
                <a:lnTo>
                  <a:pt x="4541608" y="3740633"/>
                </a:lnTo>
                <a:lnTo>
                  <a:pt x="0" y="3740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18111" y="8466575"/>
            <a:ext cx="2441189" cy="791725"/>
            <a:chOff x="0" y="0"/>
            <a:chExt cx="642947" cy="208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947" cy="208520"/>
            </a:xfrm>
            <a:custGeom>
              <a:avLst/>
              <a:gdLst/>
              <a:ahLst/>
              <a:cxnLst/>
              <a:rect r="r" b="b" t="t" l="l"/>
              <a:pathLst>
                <a:path h="208520" w="642947">
                  <a:moveTo>
                    <a:pt x="104260" y="0"/>
                  </a:moveTo>
                  <a:lnTo>
                    <a:pt x="538687" y="0"/>
                  </a:lnTo>
                  <a:cubicBezTo>
                    <a:pt x="596268" y="0"/>
                    <a:pt x="642947" y="46679"/>
                    <a:pt x="642947" y="104260"/>
                  </a:cubicBezTo>
                  <a:lnTo>
                    <a:pt x="642947" y="104260"/>
                  </a:lnTo>
                  <a:cubicBezTo>
                    <a:pt x="642947" y="161841"/>
                    <a:pt x="596268" y="208520"/>
                    <a:pt x="538687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solidFill>
              <a:srgbClr val="0017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2947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909034" y="1294881"/>
            <a:ext cx="5494385" cy="4745151"/>
          </a:xfrm>
          <a:custGeom>
            <a:avLst/>
            <a:gdLst/>
            <a:ahLst/>
            <a:cxnLst/>
            <a:rect r="r" b="b" t="t" l="l"/>
            <a:pathLst>
              <a:path h="4745151" w="5494385">
                <a:moveTo>
                  <a:pt x="0" y="0"/>
                </a:moveTo>
                <a:lnTo>
                  <a:pt x="5494385" y="0"/>
                </a:lnTo>
                <a:lnTo>
                  <a:pt x="5494385" y="4745150"/>
                </a:lnTo>
                <a:lnTo>
                  <a:pt x="0" y="4745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79571" y="1761625"/>
            <a:ext cx="5137808" cy="259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b="true" sz="9999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Marine Life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558429" y="4174633"/>
            <a:ext cx="3518423" cy="3038638"/>
          </a:xfrm>
          <a:custGeom>
            <a:avLst/>
            <a:gdLst/>
            <a:ahLst/>
            <a:cxnLst/>
            <a:rect r="r" b="b" t="t" l="l"/>
            <a:pathLst>
              <a:path h="3038638" w="3518423">
                <a:moveTo>
                  <a:pt x="0" y="0"/>
                </a:moveTo>
                <a:lnTo>
                  <a:pt x="3518422" y="0"/>
                </a:lnTo>
                <a:lnTo>
                  <a:pt x="3518422" y="3038638"/>
                </a:lnTo>
                <a:lnTo>
                  <a:pt x="0" y="3038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663503" y="6368644"/>
            <a:ext cx="2490739" cy="4049982"/>
          </a:xfrm>
          <a:custGeom>
            <a:avLst/>
            <a:gdLst/>
            <a:ahLst/>
            <a:cxnLst/>
            <a:rect r="r" b="b" t="t" l="l"/>
            <a:pathLst>
              <a:path h="4049982" w="2490739">
                <a:moveTo>
                  <a:pt x="0" y="0"/>
                </a:moveTo>
                <a:lnTo>
                  <a:pt x="2490739" y="0"/>
                </a:lnTo>
                <a:lnTo>
                  <a:pt x="2490739" y="4049982"/>
                </a:lnTo>
                <a:lnTo>
                  <a:pt x="0" y="40499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72992" y="5398179"/>
            <a:ext cx="3502641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Coral Reefs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21842" y="8721146"/>
            <a:ext cx="2233728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Next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2992" y="6070189"/>
            <a:ext cx="4647286" cy="64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Coral reefs support nearly 25% of marine species.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5826" y="2727895"/>
            <a:ext cx="4056917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Species Diversity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5826" y="3399906"/>
            <a:ext cx="4317056" cy="95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The ocean may contain around 2 million species, many still undiscovered.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5826" y="5398179"/>
            <a:ext cx="4056917" cy="40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Fish Population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5826" y="6070189"/>
            <a:ext cx="4317056" cy="64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About 3 billion people depend on fish for food.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28" r="0" b="-679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7136" y="3199705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4" y="0"/>
                </a:lnTo>
                <a:lnTo>
                  <a:pt x="5309234" y="5465965"/>
                </a:lnTo>
                <a:lnTo>
                  <a:pt x="0" y="5465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33569" y="-21055"/>
            <a:ext cx="5762298" cy="6532600"/>
          </a:xfrm>
          <a:custGeom>
            <a:avLst/>
            <a:gdLst/>
            <a:ahLst/>
            <a:cxnLst/>
            <a:rect r="r" b="b" t="t" l="l"/>
            <a:pathLst>
              <a:path h="6532600" w="5762298">
                <a:moveTo>
                  <a:pt x="0" y="0"/>
                </a:moveTo>
                <a:lnTo>
                  <a:pt x="5762298" y="0"/>
                </a:lnTo>
                <a:lnTo>
                  <a:pt x="5762298" y="6532600"/>
                </a:lnTo>
                <a:lnTo>
                  <a:pt x="0" y="6532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9416" y="0"/>
            <a:ext cx="5762298" cy="6532600"/>
          </a:xfrm>
          <a:custGeom>
            <a:avLst/>
            <a:gdLst/>
            <a:ahLst/>
            <a:cxnLst/>
            <a:rect r="r" b="b" t="t" l="l"/>
            <a:pathLst>
              <a:path h="6532600" w="5762298">
                <a:moveTo>
                  <a:pt x="5762298" y="0"/>
                </a:moveTo>
                <a:lnTo>
                  <a:pt x="0" y="0"/>
                </a:lnTo>
                <a:lnTo>
                  <a:pt x="0" y="6532600"/>
                </a:lnTo>
                <a:lnTo>
                  <a:pt x="5762298" y="6532600"/>
                </a:lnTo>
                <a:lnTo>
                  <a:pt x="576229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44885" y="1988036"/>
            <a:ext cx="5309234" cy="5465964"/>
          </a:xfrm>
          <a:custGeom>
            <a:avLst/>
            <a:gdLst/>
            <a:ahLst/>
            <a:cxnLst/>
            <a:rect r="r" b="b" t="t" l="l"/>
            <a:pathLst>
              <a:path h="5465964" w="5309234">
                <a:moveTo>
                  <a:pt x="0" y="0"/>
                </a:moveTo>
                <a:lnTo>
                  <a:pt x="5309235" y="0"/>
                </a:lnTo>
                <a:lnTo>
                  <a:pt x="5309235" y="5465964"/>
                </a:lnTo>
                <a:lnTo>
                  <a:pt x="0" y="5465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17430" y="7660946"/>
            <a:ext cx="18613297" cy="3022078"/>
          </a:xfrm>
          <a:custGeom>
            <a:avLst/>
            <a:gdLst/>
            <a:ahLst/>
            <a:cxnLst/>
            <a:rect r="r" b="b" t="t" l="l"/>
            <a:pathLst>
              <a:path h="3022078" w="18613297">
                <a:moveTo>
                  <a:pt x="0" y="0"/>
                </a:moveTo>
                <a:lnTo>
                  <a:pt x="18613297" y="0"/>
                </a:lnTo>
                <a:lnTo>
                  <a:pt x="18613297" y="3022077"/>
                </a:lnTo>
                <a:lnTo>
                  <a:pt x="0" y="3022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8" t="0" r="-158" b="-6838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751443" y="1408594"/>
            <a:ext cx="5427899" cy="1816870"/>
          </a:xfrm>
          <a:custGeom>
            <a:avLst/>
            <a:gdLst/>
            <a:ahLst/>
            <a:cxnLst/>
            <a:rect r="r" b="b" t="t" l="l"/>
            <a:pathLst>
              <a:path h="1816870" w="5427899">
                <a:moveTo>
                  <a:pt x="5427899" y="0"/>
                </a:moveTo>
                <a:lnTo>
                  <a:pt x="0" y="0"/>
                </a:lnTo>
                <a:lnTo>
                  <a:pt x="0" y="1816870"/>
                </a:lnTo>
                <a:lnTo>
                  <a:pt x="5427899" y="1816870"/>
                </a:lnTo>
                <a:lnTo>
                  <a:pt x="5427899" y="0"/>
                </a:lnTo>
                <a:close/>
              </a:path>
            </a:pathLst>
          </a:custGeom>
          <a:blipFill>
            <a:blip r:embed="rId6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40358" y="2417800"/>
            <a:ext cx="7524206" cy="8229600"/>
          </a:xfrm>
          <a:custGeom>
            <a:avLst/>
            <a:gdLst/>
            <a:ahLst/>
            <a:cxnLst/>
            <a:rect r="r" b="b" t="t" l="l"/>
            <a:pathLst>
              <a:path h="8229600" w="7524206">
                <a:moveTo>
                  <a:pt x="0" y="0"/>
                </a:moveTo>
                <a:lnTo>
                  <a:pt x="7524206" y="0"/>
                </a:lnTo>
                <a:lnTo>
                  <a:pt x="75242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40574" y="2396745"/>
            <a:ext cx="4040554" cy="8229600"/>
          </a:xfrm>
          <a:custGeom>
            <a:avLst/>
            <a:gdLst/>
            <a:ahLst/>
            <a:cxnLst/>
            <a:rect r="r" b="b" t="t" l="l"/>
            <a:pathLst>
              <a:path h="8229600" w="4040554">
                <a:moveTo>
                  <a:pt x="0" y="0"/>
                </a:moveTo>
                <a:lnTo>
                  <a:pt x="4040554" y="0"/>
                </a:lnTo>
                <a:lnTo>
                  <a:pt x="40405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90122" y="7454000"/>
            <a:ext cx="6083710" cy="4114800"/>
          </a:xfrm>
          <a:custGeom>
            <a:avLst/>
            <a:gdLst/>
            <a:ahLst/>
            <a:cxnLst/>
            <a:rect r="r" b="b" t="t" l="l"/>
            <a:pathLst>
              <a:path h="4114800" w="6083710">
                <a:moveTo>
                  <a:pt x="0" y="0"/>
                </a:moveTo>
                <a:lnTo>
                  <a:pt x="6083710" y="0"/>
                </a:lnTo>
                <a:lnTo>
                  <a:pt x="6083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49673" y="7660946"/>
            <a:ext cx="6083710" cy="4114800"/>
          </a:xfrm>
          <a:custGeom>
            <a:avLst/>
            <a:gdLst/>
            <a:ahLst/>
            <a:cxnLst/>
            <a:rect r="r" b="b" t="t" l="l"/>
            <a:pathLst>
              <a:path h="4114800" w="6083710">
                <a:moveTo>
                  <a:pt x="0" y="0"/>
                </a:moveTo>
                <a:lnTo>
                  <a:pt x="6083710" y="0"/>
                </a:lnTo>
                <a:lnTo>
                  <a:pt x="6083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3648" y="576981"/>
            <a:ext cx="5790657" cy="1938295"/>
          </a:xfrm>
          <a:custGeom>
            <a:avLst/>
            <a:gdLst/>
            <a:ahLst/>
            <a:cxnLst/>
            <a:rect r="r" b="b" t="t" l="l"/>
            <a:pathLst>
              <a:path h="1938295" w="5790657">
                <a:moveTo>
                  <a:pt x="0" y="0"/>
                </a:moveTo>
                <a:lnTo>
                  <a:pt x="5790656" y="0"/>
                </a:lnTo>
                <a:lnTo>
                  <a:pt x="5790656" y="1938296"/>
                </a:lnTo>
                <a:lnTo>
                  <a:pt x="0" y="1938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061996" y="2829602"/>
            <a:ext cx="4927222" cy="791725"/>
            <a:chOff x="0" y="0"/>
            <a:chExt cx="1297705" cy="208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7705" cy="208520"/>
            </a:xfrm>
            <a:custGeom>
              <a:avLst/>
              <a:gdLst/>
              <a:ahLst/>
              <a:cxnLst/>
              <a:rect r="r" b="b" t="t" l="l"/>
              <a:pathLst>
                <a:path h="208520" w="1297705">
                  <a:moveTo>
                    <a:pt x="104260" y="0"/>
                  </a:moveTo>
                  <a:lnTo>
                    <a:pt x="1193444" y="0"/>
                  </a:lnTo>
                  <a:cubicBezTo>
                    <a:pt x="1251026" y="0"/>
                    <a:pt x="1297705" y="46679"/>
                    <a:pt x="1297705" y="104260"/>
                  </a:cubicBezTo>
                  <a:lnTo>
                    <a:pt x="1297705" y="104260"/>
                  </a:lnTo>
                  <a:cubicBezTo>
                    <a:pt x="1297705" y="161841"/>
                    <a:pt x="1251026" y="208520"/>
                    <a:pt x="1193444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97705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94294" y="6869221"/>
            <a:ext cx="2441189" cy="791725"/>
            <a:chOff x="0" y="0"/>
            <a:chExt cx="642947" cy="208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947" cy="208520"/>
            </a:xfrm>
            <a:custGeom>
              <a:avLst/>
              <a:gdLst/>
              <a:ahLst/>
              <a:cxnLst/>
              <a:rect r="r" b="b" t="t" l="l"/>
              <a:pathLst>
                <a:path h="208520" w="642947">
                  <a:moveTo>
                    <a:pt x="104260" y="0"/>
                  </a:moveTo>
                  <a:lnTo>
                    <a:pt x="538687" y="0"/>
                  </a:lnTo>
                  <a:cubicBezTo>
                    <a:pt x="596268" y="0"/>
                    <a:pt x="642947" y="46679"/>
                    <a:pt x="642947" y="104260"/>
                  </a:cubicBezTo>
                  <a:lnTo>
                    <a:pt x="642947" y="104260"/>
                  </a:lnTo>
                  <a:cubicBezTo>
                    <a:pt x="642947" y="161841"/>
                    <a:pt x="596268" y="208520"/>
                    <a:pt x="538687" y="208520"/>
                  </a:cubicBezTo>
                  <a:lnTo>
                    <a:pt x="104260" y="208520"/>
                  </a:lnTo>
                  <a:cubicBezTo>
                    <a:pt x="46679" y="208520"/>
                    <a:pt x="0" y="161841"/>
                    <a:pt x="0" y="104260"/>
                  </a:cubicBezTo>
                  <a:lnTo>
                    <a:pt x="0" y="104260"/>
                  </a:lnTo>
                  <a:cubicBezTo>
                    <a:pt x="0" y="46679"/>
                    <a:pt x="46679" y="0"/>
                    <a:pt x="104260" y="0"/>
                  </a:cubicBezTo>
                  <a:close/>
                </a:path>
              </a:pathLst>
            </a:custGeom>
            <a:solidFill>
              <a:srgbClr val="00176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42947" cy="24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07461" y="6036889"/>
            <a:ext cx="6890564" cy="3775455"/>
          </a:xfrm>
          <a:custGeom>
            <a:avLst/>
            <a:gdLst/>
            <a:ahLst/>
            <a:cxnLst/>
            <a:rect r="r" b="b" t="t" l="l"/>
            <a:pathLst>
              <a:path h="3775455" w="6890564">
                <a:moveTo>
                  <a:pt x="0" y="0"/>
                </a:moveTo>
                <a:lnTo>
                  <a:pt x="6890563" y="0"/>
                </a:lnTo>
                <a:lnTo>
                  <a:pt x="6890563" y="3775454"/>
                </a:lnTo>
                <a:lnTo>
                  <a:pt x="0" y="3775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12007845" y="1772904"/>
            <a:ext cx="3857149" cy="2113396"/>
          </a:xfrm>
          <a:custGeom>
            <a:avLst/>
            <a:gdLst/>
            <a:ahLst/>
            <a:cxnLst/>
            <a:rect r="r" b="b" t="t" l="l"/>
            <a:pathLst>
              <a:path h="2113396" w="3857149">
                <a:moveTo>
                  <a:pt x="3857149" y="0"/>
                </a:moveTo>
                <a:lnTo>
                  <a:pt x="0" y="0"/>
                </a:lnTo>
                <a:lnTo>
                  <a:pt x="0" y="2113396"/>
                </a:lnTo>
                <a:lnTo>
                  <a:pt x="3857149" y="2113396"/>
                </a:lnTo>
                <a:lnTo>
                  <a:pt x="3857149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709994" y="4011851"/>
            <a:ext cx="7688251" cy="192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8"/>
              </a:lnSpc>
            </a:pPr>
            <a:r>
              <a:rPr lang="en-US" sz="14498" b="true">
                <a:solidFill>
                  <a:srgbClr val="EAC2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Thank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71362" y="3084172"/>
            <a:ext cx="4508490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Presented By Larana Inc.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98024" y="7123791"/>
            <a:ext cx="2233728" cy="3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25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Last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91035" y="4011851"/>
            <a:ext cx="4914443" cy="192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8"/>
              </a:lnSpc>
            </a:pPr>
            <a:r>
              <a:rPr lang="en-US" sz="14498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DAHY2NpwA2U</dc:identifier>
  <dcterms:modified xsi:type="dcterms:W3CDTF">2011-08-01T06:04:30Z</dcterms:modified>
  <cp:revision>1</cp:revision>
  <dc:title>Colorful Playful Ocean Knowledge Presentation</dc:title>
</cp:coreProperties>
</file>